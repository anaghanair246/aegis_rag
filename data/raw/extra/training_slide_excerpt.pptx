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3A55"/>
                </a:solidFill>
              </a:rPr>
              <a:t>Aegis Series-7 HCS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</a:rPr>
              <a:t>New Operator Orientation — Hydraulic Power Unit Basics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Training Excerpt — Slides 4–6 of the full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55"/>
                </a:solidFill>
              </a:rPr>
              <a:t>What is the HPU?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607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The Hydraulic Power Unit is the heart of the press's hydraulic system.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You'll sometimes hear techs call it the "hydraulic pack" or just "the unit" — same thing.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It pulls fluid from the main reservoir and, on most Line 4/5 configurations, tops up from a smaller Auxiliary Reservoir during peak demand.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Discharge pressure is what the controller watches to decide if the unit is running normally.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4B28"/>
                </a:solidFill>
              </a:rPr>
              <a:t>Note: “Auxiliary Reservoir” is a Line 4/5-specific configuration detail and is not covered in the standard Operator Manual.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55"/>
                </a:solidFill>
              </a:rPr>
              <a:t>Before You Press Start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6070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good looks like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Isolation valve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IV-21 fully open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Emergency stop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Reset (not latched)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Access panel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Installed and secured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Fluid level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Within the sight glass band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4297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These four checks match the startup interlocks shown on the HOME screen of the HMI.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846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4B28"/>
                </a:solidFill>
              </a:rPr>
              <a:t>Full startup and shutdown procedures are in the Operator Manual (AEG-OM-700) — this slide is a quick memory aid only, not a replacement procedure.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2026-09-26T16:56:21Z</dcterms:created>
  <dcterms:modified xsi:type="dcterms:W3CDTF">2026-09-26T16:56:21Z</dcterms:modified>
</cp:coreProperties>
</file>